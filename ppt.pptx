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8C"/>
    <a:srgbClr val="FFDB99"/>
    <a:srgbClr val="A6D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C68B7-2F11-4A6B-AEAF-D870EBAC2439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F893B-E4F8-47BB-A209-8ACF2DFA1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59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F893B-E4F8-47BB-A209-8ACF2DFA1DE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9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3C04-B10D-F1E8-3E79-6DE5F87D0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D4C15-7CF8-DAC3-47D2-1CDF6A1C6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24E8E-4C89-2357-E47A-C5CCA844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C6735-44C2-D11E-9541-2BB93246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22C0A-5ECE-F495-28AC-375EC4EA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060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2450-F313-213B-D797-C688ABD2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7C6B-8211-D3D2-3692-29E71132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3CE7F-33BE-6C67-CACD-5019BB00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C0B7-261E-ABD9-4477-FF4ECAD3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C8E0-378B-731E-ED20-3DDF2A6D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407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5E75-7704-61B9-0F62-C4190074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6D876-319D-271A-B6DD-2BA01F86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AC81A-AE0D-D99B-3CF3-968FF462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B4749-D555-1A04-006E-CF3632DA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21E97-ABDF-A03E-EEBB-9F8F172E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508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F6EA-2508-9B01-DCF4-D7FED9E8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A1BC-8D60-D8E8-CDCF-D73849E17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06FFD-546F-A0E3-F35F-27DEACF23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9556C-99C9-8255-FCB9-D11D8762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854CF-7024-1811-3365-18CB8FBF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A127C-D901-67A0-6C62-2D17D6B35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4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33D3-C8CA-B842-208F-58B84D1B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7173D-5D30-27EA-6295-0FB0E50DF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6525-B52C-A81E-E4C2-8B885B3B8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2845D-1AD0-5C93-BAE5-B95453C9B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CB89C-077A-C22C-3D59-3D29E61F2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0F5F0-B394-BF1D-5F0F-75BFA603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DD2763-5895-3BBA-B7A6-49E70990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C8C2F-938A-0D98-D94F-437C1105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113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47A8-08E0-DB6E-65B4-9BA0E0E1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BFE4F-2A77-3D14-C319-8694F7F4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771A8-50B4-2396-464E-B4371399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B5F69-6497-4168-81A5-1439A003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9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C944D-FF10-BFED-CCC8-862E6105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2EB02-B3A7-CD31-AAD5-FECF2426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BC4A4-D7F2-80F4-F127-B05B4A4D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2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C3EC-168B-752E-2076-6D758D06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93332-3194-FB11-BC9B-E18615316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17AC4-C061-EA47-B970-69619B294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C3141-45BD-C98B-AB00-D05563B3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38516-37A8-4CF5-6AA8-04EEA606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E476A-38D8-589F-390B-423ABC93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200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C3A4-4B86-F81E-681B-9BF487D7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23E05-90B1-FBFD-20F1-6D2AD703E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116F5-604F-34B4-326B-A78240E16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255CA-0437-F1D9-E604-970D42D2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9AF74-33E7-559D-C35D-827B2D5C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31253-46B3-F9BC-DE91-CEB1749C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95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BFAE-0EE3-938B-273B-972F4E45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89F35-F97E-CCB2-4D86-A502ACAFF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DE78A-47A5-0E97-F396-5B3B07F4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BB097-51A6-5334-7922-E50EFE5A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8CE0-6941-C485-0C88-DDBE78BA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933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95B93-50C9-0DD5-5588-62B29660B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0CF3F-DB5F-86F9-6147-329B9118B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CE38-AE6D-7D7E-4846-D6FD23E7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5A0F5-951D-3142-2778-F6C47A36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44055-6770-9464-B16A-BECCF69C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789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9B71F-DA52-FA4F-6415-E14F14302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CD4F3-814B-7DB0-05DA-2E44D3888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67C8A-7D09-C976-0B9E-F8A1ECE24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B706-E073-47A9-827B-310C0CE6986D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9F558-1AD4-0AA8-AC84-0DCD17CAC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8103-B281-1E40-695F-6579956EE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77B47-F5C5-4860-A983-50FEC581D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52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D6EDD3-521B-CEB7-520A-151BF8209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387" y="142875"/>
            <a:ext cx="11325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6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471C-02A2-37F4-4539-6974A042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9C51DA-F1ED-121F-FB1D-3A3B35F60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387" y="142875"/>
            <a:ext cx="11325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19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CB7AB-51FA-E96A-FBE0-AB0C2394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C73B93-BDC0-C91D-BDD9-394919CE8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387" y="142875"/>
            <a:ext cx="11325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68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9CBD-F49D-E04C-87AE-87704155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DA2FF0-936B-C034-2F29-D5A74CA6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387" y="142875"/>
            <a:ext cx="1132522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8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4CE6-46F7-7A37-E103-E4C6F867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E565EF-39C5-394A-C662-F0B44B70D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387" y="142875"/>
            <a:ext cx="11325225" cy="6572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72DBC5-FD27-5BB3-B0AF-37F7BF45BA58}"/>
              </a:ext>
            </a:extLst>
          </p:cNvPr>
          <p:cNvSpPr/>
          <p:nvPr/>
        </p:nvSpPr>
        <p:spPr>
          <a:xfrm>
            <a:off x="9242323" y="2969343"/>
            <a:ext cx="1986116" cy="1809135"/>
          </a:xfrm>
          <a:prstGeom prst="rect">
            <a:avLst/>
          </a:prstGeom>
          <a:solidFill>
            <a:srgbClr val="A6D2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This green region is 31.2% approximately 32%, </a:t>
            </a:r>
            <a:r>
              <a:rPr lang="en-IN" dirty="0" err="1">
                <a:solidFill>
                  <a:srgbClr val="002060"/>
                </a:solidFill>
              </a:rPr>
              <a:t>ie</a:t>
            </a:r>
            <a:r>
              <a:rPr lang="en-IN" dirty="0">
                <a:solidFill>
                  <a:srgbClr val="002060"/>
                </a:solidFill>
              </a:rPr>
              <a:t>. 68% between -1 and 1 S.D.</a:t>
            </a:r>
          </a:p>
        </p:txBody>
      </p:sp>
    </p:spTree>
    <p:extLst>
      <p:ext uri="{BB962C8B-B14F-4D97-AF65-F5344CB8AC3E}">
        <p14:creationId xmlns:p14="http://schemas.microsoft.com/office/powerpoint/2010/main" val="2103937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14ED0-8560-6C76-68A3-0095D581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9EB70D-EE69-6A91-12B0-5E69A821B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387" y="142875"/>
            <a:ext cx="11325225" cy="6572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8DE434-1445-704C-A251-94ADF8393FF3}"/>
              </a:ext>
            </a:extLst>
          </p:cNvPr>
          <p:cNvSpPr/>
          <p:nvPr/>
        </p:nvSpPr>
        <p:spPr>
          <a:xfrm>
            <a:off x="9478297" y="3795253"/>
            <a:ext cx="1986116" cy="1809135"/>
          </a:xfrm>
          <a:prstGeom prst="rect">
            <a:avLst/>
          </a:prstGeom>
          <a:solidFill>
            <a:srgbClr val="FFDB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This yellow region to 4.46% approximately 5%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And between -2 and 2 S.D. is ~95%</a:t>
            </a:r>
          </a:p>
        </p:txBody>
      </p:sp>
    </p:spTree>
    <p:extLst>
      <p:ext uri="{BB962C8B-B14F-4D97-AF65-F5344CB8AC3E}">
        <p14:creationId xmlns:p14="http://schemas.microsoft.com/office/powerpoint/2010/main" val="291486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A63F-FFF0-4E69-CD9C-FFD4BE8FB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EB06DF-834D-9DED-3F40-A7E5E1510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912" y="148403"/>
            <a:ext cx="11306175" cy="65611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ADE2BC-4CC5-A6E8-0DDE-FA02BE4F6774}"/>
              </a:ext>
            </a:extLst>
          </p:cNvPr>
          <p:cNvSpPr/>
          <p:nvPr/>
        </p:nvSpPr>
        <p:spPr>
          <a:xfrm>
            <a:off x="9409472" y="3667434"/>
            <a:ext cx="2143432" cy="1691147"/>
          </a:xfrm>
          <a:prstGeom prst="rect">
            <a:avLst/>
          </a:prstGeom>
          <a:solidFill>
            <a:srgbClr val="FF8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This red region to 0.51% approximately 0.3%</a:t>
            </a:r>
          </a:p>
          <a:p>
            <a:pPr algn="ctr"/>
            <a:r>
              <a:rPr lang="en-IN" dirty="0">
                <a:solidFill>
                  <a:srgbClr val="002060"/>
                </a:solidFill>
              </a:rPr>
              <a:t>And between -3 and 3 S.D. is close to  ~99.5%</a:t>
            </a:r>
          </a:p>
        </p:txBody>
      </p:sp>
    </p:spTree>
    <p:extLst>
      <p:ext uri="{BB962C8B-B14F-4D97-AF65-F5344CB8AC3E}">
        <p14:creationId xmlns:p14="http://schemas.microsoft.com/office/powerpoint/2010/main" val="1817068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7AEB1-CC0A-D8E9-0D94-9D4EE2B9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A3E5A-8CFC-66DF-5108-4273F00D2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912" y="148403"/>
            <a:ext cx="11306175" cy="656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938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71</Words>
  <Application>Microsoft Office PowerPoint</Application>
  <PresentationFormat>Widescreen</PresentationFormat>
  <Paragraphs>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Gaurish Garg</dc:creator>
  <cp:lastModifiedBy>Gaurish Garg</cp:lastModifiedBy>
  <cp:revision>5</cp:revision>
  <dcterms:created xsi:type="dcterms:W3CDTF">2026-09-27T10:28:51Z</dcterms:created>
  <dcterms:modified xsi:type="dcterms:W3CDTF">2026-09-27T10:58:45Z</dcterms:modified>
</cp:coreProperties>
</file>